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올리브영 토너 리뷰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7개 브랜드 27,745건 리뷰 심층 분석 |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분석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분석 대상: 올리브영 토너 카테고리 7개 브랜드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토리든: 8,065건</a:t>
            </a:r>
          </a:p>
          <a:p>
            <a:pPr>
              <a:spcAft>
                <a:spcPts val="800"/>
              </a:spcAft>
              <a:defRPr sz="1800"/>
            </a:pPr>
            <a:r>
              <a:t>• 브링그린: 6,312건</a:t>
            </a:r>
          </a:p>
          <a:p>
            <a:pPr>
              <a:spcAft>
                <a:spcPts val="800"/>
              </a:spcAft>
              <a:defRPr sz="1800"/>
            </a:pPr>
            <a:r>
              <a:t>• 독도토너: 3,750건</a:t>
            </a:r>
          </a:p>
          <a:p>
            <a:pPr>
              <a:spcAft>
                <a:spcPts val="800"/>
              </a:spcAft>
              <a:defRPr sz="1800"/>
            </a:pPr>
            <a:r>
              <a:t>• 아누아: 3,544건</a:t>
            </a:r>
          </a:p>
          <a:p>
            <a:pPr>
              <a:spcAft>
                <a:spcPts val="800"/>
              </a:spcAft>
              <a:defRPr sz="1800"/>
            </a:pPr>
            <a:r>
              <a:t>• 에스네이처: 2,232건</a:t>
            </a:r>
          </a:p>
          <a:p>
            <a:pPr>
              <a:spcAft>
                <a:spcPts val="800"/>
              </a:spcAft>
              <a:defRPr sz="1800"/>
            </a:pPr>
            <a:r>
              <a:t>• 토니모리: 2,195건</a:t>
            </a:r>
          </a:p>
          <a:p>
            <a:pPr>
              <a:spcAft>
                <a:spcPts val="800"/>
              </a:spcAft>
              <a:defRPr sz="1800"/>
            </a:pPr>
            <a:r>
              <a:t>• 아비브: 1,647건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총 27,745건 리뷰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v2.0 분석 로직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기존 문제점: 별점 5점이지만 실제로는 부정적인 리뷰를 POS로 분류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개선 내용:</a:t>
            </a:r>
          </a:p>
          <a:p>
            <a:pPr>
              <a:spcAft>
                <a:spcPts val="800"/>
              </a:spcAft>
              <a:defRPr sz="1800"/>
            </a:pPr>
            <a:r>
              <a:t>• 피부질병 키워드 탐지 (모낭염, 알러지 등 24개)</a:t>
            </a:r>
          </a:p>
          <a:p>
            <a:pPr>
              <a:spcAft>
                <a:spcPts val="800"/>
              </a:spcAft>
              <a:defRPr sz="1800"/>
            </a:pPr>
            <a:r>
              <a:t>• 역접 패턴 처리 (~했었으나, ~지만, ~는데)</a:t>
            </a:r>
          </a:p>
          <a:p>
            <a:pPr>
              <a:spcAft>
                <a:spcPts val="800"/>
              </a:spcAft>
              <a:defRPr sz="1800"/>
            </a:pPr>
            <a:r>
              <a:t>• 중단/사용중지 키워드 탐지</a:t>
            </a:r>
          </a:p>
          <a:p>
            <a:pPr>
              <a:spcAft>
                <a:spcPts val="800"/>
              </a:spcAft>
              <a:defRPr sz="1800"/>
            </a:pPr>
            <a:r>
              <a:t>• 과거 사용 패턴 필터링</a:t>
            </a:r>
          </a:p>
          <a:p>
            <a:pPr>
              <a:spcAft>
                <a:spcPts val="800"/>
              </a:spcAft>
              <a:defRPr sz="1800"/>
            </a:pPr>
            <a:r>
              <a:t>• 부정 문맥 내 태그 오탐 방지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결과: NEG 탐지 230건 → 3,937건 (+3,707건)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감성 분포 변화 (v1 → v2)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감성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v1 (이전)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v2 (개선)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변화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26,747건 (96.4%)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23,251건 (83.8%)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-3,496건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768건 (2.8%)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557건 (2.0%)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-211건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230건 (0.8%)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3,937건 (14.2%)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+3,707건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문제 케이스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리뷰: "예전에 닦토로 잘써서 재구매했었으나 모낭염이 올라와서 중단했네여요"</a:t>
            </a:r>
          </a:p>
          <a:p>
            <a:pPr>
              <a:spcAft>
                <a:spcPts val="800"/>
              </a:spcAft>
              <a:defRPr sz="1800"/>
            </a:pPr>
            <a:r>
              <a:t>별점: 5점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[v1 분석 결과] - 잘못됨</a:t>
            </a:r>
          </a:p>
          <a:p>
            <a:pPr>
              <a:spcAft>
                <a:spcPts val="800"/>
              </a:spcAft>
              <a:defRPr sz="1800"/>
            </a:pPr>
            <a:r>
              <a:t>• 감성: POS</a:t>
            </a:r>
          </a:p>
          <a:p>
            <a:pPr>
              <a:spcAft>
                <a:spcPts val="800"/>
              </a:spcAft>
              <a:defRPr sz="1800"/>
            </a:pPr>
            <a:r>
              <a:t>• 사용법: ['닦토']</a:t>
            </a:r>
          </a:p>
          <a:p>
            <a:pPr>
              <a:spcAft>
                <a:spcPts val="800"/>
              </a:spcAft>
              <a:defRPr sz="1800"/>
            </a:pPr>
            <a:r>
              <a:t>• 가치: ['인생템']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[v2 분석 결과] - 정확함</a:t>
            </a:r>
          </a:p>
          <a:p>
            <a:pPr>
              <a:spcAft>
                <a:spcPts val="800"/>
              </a:spcAft>
              <a:defRPr sz="1800"/>
            </a:pPr>
            <a:r>
              <a:t>• 감성: NEG</a:t>
            </a:r>
          </a:p>
          <a:p>
            <a:pPr>
              <a:spcAft>
                <a:spcPts val="800"/>
              </a:spcAft>
              <a:defRPr sz="1800"/>
            </a:pPr>
            <a:r>
              <a:t>• 사용법: []</a:t>
            </a:r>
          </a:p>
          <a:p>
            <a:pPr>
              <a:spcAft>
                <a:spcPts val="800"/>
              </a:spcAft>
              <a:defRPr sz="1800"/>
            </a:pPr>
            <a:r>
              <a:t>• 가치: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브랜드별 NEG 비율 (v2.0)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브랜드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리뷰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평균 평점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NEG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피부질병 언급률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아누아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브링그린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아비브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독도토너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토리든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3.7%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에스네이처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2,232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토니모리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종합 대시보드</a:t>
            </a:r>
          </a:p>
        </p:txBody>
      </p:sp>
      <p:pic>
        <p:nvPicPr>
          <p:cNvPr id="3" name="Picture 2" descr="dashboar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102413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Pain Point 분석</a:t>
            </a:r>
          </a:p>
        </p:txBody>
      </p:sp>
      <p:pic>
        <p:nvPicPr>
          <p:cNvPr id="3" name="Picture 2" descr="pain_poi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760720" cy="3626731"/>
          </a:xfrm>
          <a:prstGeom prst="rect">
            <a:avLst/>
          </a:prstGeom>
        </p:spPr>
      </p:pic>
      <p:pic>
        <p:nvPicPr>
          <p:cNvPr id="4" name="Picture 3" descr="pain_point_by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760720" cy="2975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재구매/이탈 분석</a:t>
            </a:r>
          </a:p>
        </p:txBody>
      </p:sp>
      <p:pic>
        <p:nvPicPr>
          <p:cNvPr id="3" name="Picture 2" descr="loyal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760720" cy="2859359"/>
          </a:xfrm>
          <a:prstGeom prst="rect">
            <a:avLst/>
          </a:prstGeom>
        </p:spPr>
      </p:pic>
      <p:pic>
        <p:nvPicPr>
          <p:cNvPr id="4" name="Picture 3" descr="net_loya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760720" cy="3450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포지셔닝 분석</a:t>
            </a:r>
          </a:p>
        </p:txBody>
      </p:sp>
      <p:pic>
        <p:nvPicPr>
          <p:cNvPr id="3" name="Picture 2" descr="3B_positioning_bene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760720" cy="5764605"/>
          </a:xfrm>
          <a:prstGeom prst="rect">
            <a:avLst/>
          </a:prstGeom>
        </p:spPr>
      </p:pic>
      <p:pic>
        <p:nvPicPr>
          <p:cNvPr id="4" name="Picture 3" descr="3B_positioning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760720" cy="5764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브랜드 포지셔닝</a:t>
            </a:r>
          </a:p>
        </p:txBody>
      </p:sp>
      <p:pic>
        <p:nvPicPr>
          <p:cNvPr id="3" name="Picture 2" descr="brand_positioning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93558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월별 키워드 트렌드</a:t>
            </a:r>
          </a:p>
        </p:txBody>
      </p:sp>
      <p:pic>
        <p:nvPicPr>
          <p:cNvPr id="3" name="Picture 2" descr="monthly_trend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760720" cy="2865149"/>
          </a:xfrm>
          <a:prstGeom prst="rect">
            <a:avLst/>
          </a:prstGeom>
        </p:spPr>
      </p:pic>
      <p:pic>
        <p:nvPicPr>
          <p:cNvPr id="4" name="Picture 3" descr="monthly_trend_by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760720" cy="33071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피부타입 분포</a:t>
            </a:r>
          </a:p>
        </p:txBody>
      </p:sp>
      <p:pic>
        <p:nvPicPr>
          <p:cNvPr id="3" name="Picture 2" descr="skin_typ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6038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고객 전환 매트릭스</a:t>
            </a:r>
          </a:p>
        </p:txBody>
      </p:sp>
      <p:pic>
        <p:nvPicPr>
          <p:cNvPr id="3" name="Picture 2" descr="3E_switch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100520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핵심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진정 브랜드의 딜레마</a:t>
            </a:r>
          </a:p>
          <a:p>
            <a:pPr>
              <a:spcAft>
                <a:spcPts val="800"/>
              </a:spcAft>
              <a:defRPr sz="1800"/>
            </a:pPr>
            <a:r>
              <a:t>   - 아누아, 브링그린: 진정 특화 but 피부질병 언급률 10% 이상</a:t>
            </a:r>
          </a:p>
          <a:p>
            <a:pPr>
              <a:spcAft>
                <a:spcPts val="800"/>
              </a:spcAft>
              <a:defRPr sz="1800"/>
            </a:pPr>
            <a:r>
              <a:t>   - 민감성 타겟 → 자극 리포트 다수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2. 별점의 한계</a:t>
            </a:r>
          </a:p>
          <a:p>
            <a:pPr>
              <a:spcAft>
                <a:spcPts val="800"/>
              </a:spcAft>
              <a:defRPr sz="1800"/>
            </a:pPr>
            <a:r>
              <a:t>   - 평균 별점 4.8~4.9로 차이 미미</a:t>
            </a:r>
          </a:p>
          <a:p>
            <a:pPr>
              <a:spcAft>
                <a:spcPts val="800"/>
              </a:spcAft>
              <a:defRPr sz="1800"/>
            </a:pPr>
            <a:r>
              <a:t>   - 실제 NEG 비율은 6.9%~21.3%로 3배 이상 차이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3. 토니모리의 안정성</a:t>
            </a:r>
          </a:p>
          <a:p>
            <a:pPr>
              <a:spcAft>
                <a:spcPts val="800"/>
              </a:spcAft>
              <a:defRPr sz="1800"/>
            </a:pPr>
            <a:r>
              <a:t>   - 가장 낮은 NEG(6.9%), 피부질병(2.2%)</a:t>
            </a:r>
          </a:p>
          <a:p>
            <a:pPr>
              <a:spcAft>
                <a:spcPts val="800"/>
              </a:spcAft>
              <a:defRPr sz="1800"/>
            </a:pPr>
            <a:r>
              <a:t>   - 가성비 + 낮은 자극으로 대중적 안전성 확보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브랜드별 액션 아이템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브랜드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제언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아누아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NEG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포뮬러 순화, 패치테스트 권고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브링그린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NEG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어성초 농도 조절, 민감성 라인 분리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아비브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NEG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진정 효과 홍보 강화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토리든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NEG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현상 유지, 보습 마케팅 강화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토니모리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NEG 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가성비 포지션 유지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분석 대상: 7개 브랜드 27,745건 리뷰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