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286000"/>
            <a:ext cx="9144000" cy="182880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46888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토너 리뷰 감성분석 리포트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FFFFFF"/>
                </a:solidFill>
              </a:defRPr>
            </a:pPr>
            <a:r>
              <a:t>7개 브랜드 33,908건 GPT-4o 기반 분석 | 2026.01.29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560320"/>
            <a:ext cx="9144000" cy="13716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Executive Summary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분석 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▶ 분석 대상: 7개 토너 브랜드, 총 33,908건 리뷰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▶ 분석 기간: 2025.02 ~ 2026.01 (12개월)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▶ 플랫폼: 올리브영 27,745건 (82%) / 무신사 6,163건 (18%)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</a:p>
          <a:p>
            <a:pPr>
              <a:spcAft>
                <a:spcPts val="800"/>
              </a:spcAft>
              <a:defRPr sz="1600" b="1">
                <a:solidFill>
                  <a:srgbClr val="4A90D9"/>
                </a:solidFill>
              </a:defRPr>
            </a:pPr>
            <a:r>
              <a:t>▶ 전체 긍정률: 90.8% (부정률 2.0%)</a:t>
            </a:r>
          </a:p>
          <a:p>
            <a:pPr>
              <a:spcAft>
                <a:spcPts val="800"/>
              </a:spcAft>
              <a:defRPr sz="1600" b="1">
                <a:solidFill>
                  <a:srgbClr val="4A90D9"/>
                </a:solidFill>
              </a:defRPr>
            </a:pPr>
            <a:r>
              <a:t>▶ 긍정률 1위: 토니모리 (93.5%)</a:t>
            </a:r>
          </a:p>
          <a:p>
            <a:pPr>
              <a:spcAft>
                <a:spcPts val="800"/>
              </a:spcAft>
              <a:defRPr sz="1600" b="1">
                <a:solidFill>
                  <a:srgbClr val="4A90D9"/>
                </a:solidFill>
              </a:defRPr>
            </a:pPr>
            <a:r>
              <a:t>▶ 가장 많은 Pain Point: 건조/보습부족 (463건)</a:t>
            </a:r>
          </a:p>
          <a:p>
            <a:pPr>
              <a:spcAft>
                <a:spcPts val="800"/>
              </a:spcAft>
              <a:defRPr sz="1600" b="1">
                <a:solidFill>
                  <a:srgbClr val="4A90D9"/>
                </a:solidFill>
              </a:defRPr>
            </a:pPr>
            <a:r>
              <a:t>▶ 가장 많은 Positive Point: 순함/저자극 (5,495건)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560320"/>
            <a:ext cx="9144000" cy="13716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브랜드별 포지셔닝 분석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브랜드별 감성 분포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097280"/>
          <a:ext cx="859536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2148840"/>
                <a:gridCol w="2148840"/>
                <a:gridCol w="214884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브랜드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리뷰 수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긍정률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부정률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토리든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10,327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91.3%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1.9%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브링그린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6,312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88.0%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2.8%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독도토너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4,174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91.7%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1.5%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에스네이처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3,682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92.6%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1.3%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아누아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3,544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88.9%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2.6%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토니모리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3,077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93.5%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1.5%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아비브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2,792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90.8%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2.0%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브랜드 포지셔닝 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[ 보습 중심 ]                              [ 진정 중심 ]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  토니모리 (보습 80.7%)          브링그린 (진정 59.7%)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  에스네이처 (보습 73.4%)        아비브 (진정 61.3%)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  토리든 (보습 70.3%)            아누아 (진정 57.3%)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                    독도토너 (보습 54.9% / 진정 52.5%)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                         ↑ 균형형 포지셔닝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━━━━━━━━━━━━━━━━━━━━━━━━━━━━━━━━━━━━━━━━━━━━━━━━━━━━━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[ 가성비 리더 ]                          [ 프리미엄 이미지 ]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  토니모리 (가성비 39.3%)        아누아 (인생템 60.3%)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  브링그린 (가성비 21.8%)        아비브 (인생템 59.3%)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560320"/>
            <a:ext cx="9144000" cy="13716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브랜드별 강점 &amp; 약점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토리든 강점 &amp; 약점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◆ TOP 3 긍정 포인트</a:t>
            </a:r>
          </a:p>
          <a:p>
            <a:pPr>
              <a:spcAft>
                <a:spcPts val="800"/>
              </a:spcAft>
              <a:defRPr sz="1600" b="1">
                <a:solidFill>
                  <a:srgbClr val="4A90D9"/>
                </a:solidFill>
              </a:defRPr>
            </a:pPr>
            <a:r>
              <a:t>   1. 촉촉함/보습 (1,880)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   2. 순함/저자극 (1,808)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   3. 만족 (633)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◆ TOP 3 불만 포인트</a:t>
            </a:r>
          </a:p>
          <a:p>
            <a:pPr>
              <a:spcAft>
                <a:spcPts val="800"/>
              </a:spcAft>
              <a:defRPr sz="1600" b="1">
                <a:solidFill>
                  <a:srgbClr val="4A90D9"/>
                </a:solidFill>
              </a:defRPr>
            </a:pPr>
            <a:r>
              <a:t>   1. 건조/보습부족 (163)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   2. 트러블/뾰루지 (33)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   3. 효과 부족/미흡 (29)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브링그린 강점 &amp; 약점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◆ TOP 3 긍정 포인트</a:t>
            </a:r>
          </a:p>
          <a:p>
            <a:pPr>
              <a:spcAft>
                <a:spcPts val="800"/>
              </a:spcAft>
              <a:defRPr sz="1600" b="1">
                <a:solidFill>
                  <a:srgbClr val="4A90D9"/>
                </a:solidFill>
              </a:defRPr>
            </a:pPr>
            <a:r>
              <a:t>   1. 순함/저자극 (686)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   2. 진정 효과 (644)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   3. 재구매 의사 (474)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◆ TOP 3 불만 포인트</a:t>
            </a:r>
          </a:p>
          <a:p>
            <a:pPr>
              <a:spcAft>
                <a:spcPts val="800"/>
              </a:spcAft>
              <a:defRPr sz="1600" b="1">
                <a:solidFill>
                  <a:srgbClr val="4A90D9"/>
                </a:solidFill>
              </a:defRPr>
            </a:pPr>
            <a:r>
              <a:t>   1. 건조/보습부족 (102)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   2. 자극/따가움 (93)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   3. 트러블/뾰루지 (43)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독도토너 강점 &amp; 약점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◆ TOP 3 긍정 포인트</a:t>
            </a:r>
          </a:p>
          <a:p>
            <a:pPr>
              <a:spcAft>
                <a:spcPts val="800"/>
              </a:spcAft>
              <a:defRPr sz="1600" b="1">
                <a:solidFill>
                  <a:srgbClr val="4A90D9"/>
                </a:solidFill>
              </a:defRPr>
            </a:pPr>
            <a:r>
              <a:t>   1. 순함/저자극 (1,062)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   2. 촉촉함/보습 (508)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   3. 재구매 의사 (273)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◆ TOP 3 불만 포인트</a:t>
            </a:r>
          </a:p>
          <a:p>
            <a:pPr>
              <a:spcAft>
                <a:spcPts val="800"/>
              </a:spcAft>
              <a:defRPr sz="1600" b="1">
                <a:solidFill>
                  <a:srgbClr val="4A90D9"/>
                </a:solidFill>
              </a:defRPr>
            </a:pPr>
            <a:r>
              <a:t>   1. 건조/보습부족 (47)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   2. 효과 부족/미흡 (15)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   3. 자극/따가움 (14)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에스네이처 강점 &amp; 약점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◆ TOP 3 긍정 포인트</a:t>
            </a:r>
          </a:p>
          <a:p>
            <a:pPr>
              <a:spcAft>
                <a:spcPts val="800"/>
              </a:spcAft>
              <a:defRPr sz="1600" b="1">
                <a:solidFill>
                  <a:srgbClr val="4A90D9"/>
                </a:solidFill>
              </a:defRPr>
            </a:pPr>
            <a:r>
              <a:t>   1. 촉촉함/보습 (763)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   2. 순함/저자극 (572)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   3. 만족 (244)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◆ TOP 3 불만 포인트</a:t>
            </a:r>
          </a:p>
          <a:p>
            <a:pPr>
              <a:spcAft>
                <a:spcPts val="800"/>
              </a:spcAft>
              <a:defRPr sz="1600" b="1">
                <a:solidFill>
                  <a:srgbClr val="4A90D9"/>
                </a:solidFill>
              </a:defRPr>
            </a:pPr>
            <a:r>
              <a:t>   1. 건조/보습부족 (31)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   2. 눈 자극 (15)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   3. 트러블/뾰루지 (13)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아누아 강점 &amp; 약점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◆ TOP 3 긍정 포인트</a:t>
            </a:r>
          </a:p>
          <a:p>
            <a:pPr>
              <a:spcAft>
                <a:spcPts val="800"/>
              </a:spcAft>
              <a:defRPr sz="1600" b="1">
                <a:solidFill>
                  <a:srgbClr val="4A90D9"/>
                </a:solidFill>
              </a:defRPr>
            </a:pPr>
            <a:r>
              <a:t>   1. 순함/저자극 (681)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   2. 촉촉함/보습 (407)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   3. 진정 효과 (254)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◆ TOP 3 불만 포인트</a:t>
            </a:r>
          </a:p>
          <a:p>
            <a:pPr>
              <a:spcAft>
                <a:spcPts val="800"/>
              </a:spcAft>
              <a:defRPr sz="1600" b="1">
                <a:solidFill>
                  <a:srgbClr val="4A90D9"/>
                </a:solidFill>
              </a:defRPr>
            </a:pPr>
            <a:r>
              <a:t>   1. 건조/보습부족 (61)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   2. 가격 불만 (35)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   3. 자극/따가움 (28)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토니모리 강점 &amp; 약점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◆ TOP 3 긍정 포인트</a:t>
            </a:r>
          </a:p>
          <a:p>
            <a:pPr>
              <a:spcAft>
                <a:spcPts val="800"/>
              </a:spcAft>
              <a:defRPr sz="1600" b="1">
                <a:solidFill>
                  <a:srgbClr val="4A90D9"/>
                </a:solidFill>
              </a:defRPr>
            </a:pPr>
            <a:r>
              <a:t>   1. 촉촉함/보습 (695)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   2. 가성비/저렴 (480)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   3. 대용량 (382)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◆ TOP 3 불만 포인트</a:t>
            </a:r>
          </a:p>
          <a:p>
            <a:pPr>
              <a:spcAft>
                <a:spcPts val="800"/>
              </a:spcAft>
              <a:defRPr sz="1600" b="1">
                <a:solidFill>
                  <a:srgbClr val="4A90D9"/>
                </a:solidFill>
              </a:defRPr>
            </a:pPr>
            <a:r>
              <a:t>   1. 건조/보습부족 (26)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   2. 냄새/향 불만 (13)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   3. 끈적임/흡수불량 (11)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아비브 강점 &amp; 약점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◆ TOP 3 긍정 포인트</a:t>
            </a:r>
          </a:p>
          <a:p>
            <a:pPr>
              <a:spcAft>
                <a:spcPts val="800"/>
              </a:spcAft>
              <a:defRPr sz="1600" b="1">
                <a:solidFill>
                  <a:srgbClr val="4A90D9"/>
                </a:solidFill>
              </a:defRPr>
            </a:pPr>
            <a:r>
              <a:t>   1. 순함/저자극 (406)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   2. 촉촉함/보습 (350)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   3. 진정 효과 (272)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◆ TOP 3 불만 포인트</a:t>
            </a:r>
          </a:p>
          <a:p>
            <a:pPr>
              <a:spcAft>
                <a:spcPts val="800"/>
              </a:spcAft>
              <a:defRPr sz="1600" b="1">
                <a:solidFill>
                  <a:srgbClr val="4A90D9"/>
                </a:solidFill>
              </a:defRPr>
            </a:pPr>
            <a:r>
              <a:t>   1. 건조/보습부족 (33)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   2. 효과 부족/미흡 (19)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   3. 냄새/향 불만 (18)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560320"/>
            <a:ext cx="9144000" cy="13716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플랫폼 비교 분석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올리브영 vs 무신사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                        올리브영              무신사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━━━━━━━━━━━━━━━━━━━━━━━━━━━━━━━━━━━━━━━━━━━━━━━━━━━━━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리뷰 수                  27,745건             6,163건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전체 비중                 81.8%               18.2%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</a:p>
          <a:p>
            <a:pPr>
              <a:spcAft>
                <a:spcPts val="800"/>
              </a:spcAft>
              <a:defRPr sz="1600" b="1">
                <a:solidFill>
                  <a:srgbClr val="4A90D9"/>
                </a:solidFill>
              </a:defRPr>
            </a:pPr>
            <a:r>
              <a:t>긍정률                    89.7%               95.5%</a:t>
            </a:r>
          </a:p>
          <a:p>
            <a:pPr>
              <a:spcAft>
                <a:spcPts val="800"/>
              </a:spcAft>
              <a:defRPr sz="1600" b="1">
                <a:solidFill>
                  <a:srgbClr val="4A90D9"/>
                </a:solidFill>
              </a:defRPr>
            </a:pPr>
            <a:r>
              <a:t>부정률                     2.3%                0.6%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━━━━━━━━━━━━━━━━━━━━━━━━━━━━━━━━━━━━━━━━━━━━━━━━━━━━━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</a:p>
          <a:p>
            <a:pPr>
              <a:spcAft>
                <a:spcPts val="800"/>
              </a:spcAft>
              <a:defRPr sz="1600" b="1">
                <a:solidFill>
                  <a:srgbClr val="4A90D9"/>
                </a:solidFill>
              </a:defRPr>
            </a:pPr>
            <a:r>
              <a:t>▶ 무신사 리뷰가 올리브영 대비 긍정률 5.8%p 높음</a:t>
            </a:r>
          </a:p>
          <a:p>
            <a:pPr>
              <a:spcAft>
                <a:spcPts val="800"/>
              </a:spcAft>
              <a:defRPr sz="1600" b="1">
                <a:solidFill>
                  <a:srgbClr val="4A90D9"/>
                </a:solidFill>
              </a:defRPr>
            </a:pPr>
            <a:r>
              <a:t>▶ 무신사 부정률은 올리브영의 1/4 수준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▶ 무신사 주요 브랜드: 토리든, 에스네이처, 아비브, 토니모리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560320"/>
            <a:ext cx="9144000" cy="13716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월별 감성 추이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브랜드별 월별 긍정률 추이 (최근 6개월)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097280"/>
          <a:ext cx="859536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월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토리든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브링그린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독도토너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에스네이처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아누아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토니모리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아비브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2025-08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91%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92%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88%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92%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88%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95%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88%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2025-09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92%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88%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92%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93%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91%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92%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92%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2025-10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92%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88%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90%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96%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88%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94%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91%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2025-11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91%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88%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89%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91%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89%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91%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94%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2025-12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89%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87%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90%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90%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92%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92%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88%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2026-01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89%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88%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90%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93%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91%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85%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월별 추이 분석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4A90D9"/>
                </a:solidFill>
              </a:defRPr>
            </a:pPr>
            <a:r>
              <a:t>▶ 전체 긍정률 추이: 91.3% (2월) → 89.6% (1월)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   - 하반기로 갈수록 소폭 하락 추세 (-1.7%p)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▶ 안정적 브랜드 (변동폭 5%p 이내)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   - 브링그린: 87~88% 유지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   - 토니모리: 91~95% 유지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   - 독도토너: 89~92% 유지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▶ 변동 브랜드</a:t>
            </a:r>
          </a:p>
          <a:p>
            <a:pPr>
              <a:spcAft>
                <a:spcPts val="800"/>
              </a:spcAft>
              <a:defRPr sz="1600" b="1">
                <a:solidFill>
                  <a:srgbClr val="4A90D9"/>
                </a:solidFill>
              </a:defRPr>
            </a:pPr>
            <a:r>
              <a:t>   - 아비브: 85~94% (9%p 변동)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   - 에스네이처: 91~96% (5%p 변동)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</a:p>
          <a:p>
            <a:pPr>
              <a:spcAft>
                <a:spcPts val="800"/>
              </a:spcAft>
              <a:defRPr sz="1600" b="1">
                <a:solidFill>
                  <a:srgbClr val="4A90D9"/>
                </a:solidFill>
              </a:defRPr>
            </a:pPr>
            <a:r>
              <a:t>▶ 토리든: 92% → 89% (3%p 하락 추세 모니터링 필요)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560320"/>
            <a:ext cx="9144000" cy="13716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제형 &amp; 사용법 분석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제형(Texture) 인식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4A90D9"/>
                </a:solidFill>
              </a:defRPr>
            </a:pPr>
            <a:r>
              <a:t>▶ 전체 브랜드 '물같음' 제형이 압도적 (65~83%)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  브랜드별 '물같음' 비율: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   - 토리든: 82.7%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   - 독도토너: 82.4%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   - 에스네이처: 79.4%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   - 아누아: 75.5%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   - 브링그린: 73.9%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   - 아비브: 72.7%</a:t>
            </a:r>
          </a:p>
          <a:p>
            <a:pPr>
              <a:spcAft>
                <a:spcPts val="800"/>
              </a:spcAft>
              <a:defRPr sz="1600" b="1">
                <a:solidFill>
                  <a:srgbClr val="4A90D9"/>
                </a:solidFill>
              </a:defRPr>
            </a:pPr>
            <a:r>
              <a:t>   - 토니모리: 65.7% (쫀쫀함 17% 특징)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</a:p>
          <a:p>
            <a:pPr>
              <a:spcAft>
                <a:spcPts val="800"/>
              </a:spcAft>
              <a:defRPr sz="1600" b="1">
                <a:solidFill>
                  <a:srgbClr val="4A90D9"/>
                </a:solidFill>
              </a:defRPr>
            </a:pPr>
            <a:r>
              <a:t>▶ 토니모리만 '쫀쫀함' 제형 언급 17%로 차별화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주요 사용법(Usage)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▶ 사용법 TOP 4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</a:p>
          <a:p>
            <a:pPr>
              <a:spcAft>
                <a:spcPts val="800"/>
              </a:spcAft>
              <a:defRPr sz="1600" b="1">
                <a:solidFill>
                  <a:srgbClr val="4A90D9"/>
                </a:solidFill>
              </a:defRPr>
            </a:pPr>
            <a:r>
              <a:t>   1. 닦토 (닦아내는 토너): 31.7% (10,759건)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   2. 레이어링: 14.9% (5,060건)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   3. 스킨팩: 8.7% (2,936건)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   4. 바디 사용: 0.6% (196건)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</a:p>
          <a:p>
            <a:pPr>
              <a:spcAft>
                <a:spcPts val="800"/>
              </a:spcAft>
              <a:defRPr sz="1600" b="1">
                <a:solidFill>
                  <a:srgbClr val="4A90D9"/>
                </a:solidFill>
              </a:defRPr>
            </a:pPr>
            <a:r>
              <a:t>▶ 닦토 + 레이어링이 전체의 46.6%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   → 대용량, 순함이 중요한 구매 요인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</a:p>
          <a:p>
            <a:pPr>
              <a:spcAft>
                <a:spcPts val="800"/>
              </a:spcAft>
              <a:defRPr sz="1600" b="1">
                <a:solidFill>
                  <a:srgbClr val="4A90D9"/>
                </a:solidFill>
              </a:defRPr>
            </a:pPr>
            <a:r>
              <a:t>▶ 스킨팩 사용 언급도 8.7%로 상당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   → 진정/보습 효과 마케팅 포인트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560320"/>
            <a:ext cx="9144000" cy="13716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핵심 인사이트 &amp; 제언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💡 브랜드 전략 제언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188720"/>
            <a:ext cx="8595360" cy="822960"/>
          </a:xfrm>
          <a:prstGeom prst="roundRect">
            <a:avLst/>
          </a:prstGeom>
          <a:solidFill>
            <a:srgbClr val="F8F9FA"/>
          </a:solidFill>
          <a:ln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A365D"/>
                </a:solidFill>
              </a:defRPr>
            </a:pPr>
            <a:r>
              <a:t>① 토리든: 점유율 1위(30%). '건조/보습부족'(163건) 불만 최다 → 보습력 강화 필요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2103120"/>
            <a:ext cx="8595360" cy="822960"/>
          </a:xfrm>
          <a:prstGeom prst="roundRect">
            <a:avLst/>
          </a:prstGeom>
          <a:solidFill>
            <a:srgbClr val="F8F9FA"/>
          </a:solidFill>
          <a:ln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240279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A365D"/>
                </a:solidFill>
              </a:defRPr>
            </a:pPr>
            <a:r>
              <a:t>② 브링그린: 진정 효과 강점. '자극/따가움'(93건) 불만 해소로 민감성 시장 확대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3017520"/>
            <a:ext cx="8595360" cy="822960"/>
          </a:xfrm>
          <a:prstGeom prst="roundRect">
            <a:avLst/>
          </a:prstGeom>
          <a:solidFill>
            <a:srgbClr val="F8F9FA"/>
          </a:solidFill>
          <a:ln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3154679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A365D"/>
                </a:solidFill>
              </a:defRPr>
            </a:pPr>
            <a:r>
              <a:t>③ 독도토너: '순함/저자극' 1위(1,062건). 저자극 포지셔닝 강화 기회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" y="3931920"/>
            <a:ext cx="8595360" cy="822960"/>
          </a:xfrm>
          <a:prstGeom prst="roundRect">
            <a:avLst/>
          </a:prstGeom>
          <a:solidFill>
            <a:srgbClr val="F8F9FA"/>
          </a:solidFill>
          <a:ln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069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A365D"/>
                </a:solidFill>
              </a:defRPr>
            </a:pPr>
            <a:r>
              <a:t>④ 아누아: '가격 불만'(35건) 1위. 프리미엄 가치 커뮤니케이션 재검토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" y="4846320"/>
            <a:ext cx="8595360" cy="822960"/>
          </a:xfrm>
          <a:prstGeom prst="roundRect">
            <a:avLst/>
          </a:prstGeom>
          <a:solidFill>
            <a:srgbClr val="F8F9FA"/>
          </a:solidFill>
          <a:ln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49834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A365D"/>
                </a:solidFill>
              </a:defRPr>
            </a:pPr>
            <a:r>
              <a:t>⑤ 토니모리: '가성비/저렴'(480건) 압도적 1위. 가성비 리더십 유지 전략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💡 채널 &amp; 제품 제언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188720"/>
            <a:ext cx="8595360" cy="822960"/>
          </a:xfrm>
          <a:prstGeom prst="roundRect">
            <a:avLst/>
          </a:prstGeom>
          <a:solidFill>
            <a:srgbClr val="F8F9FA"/>
          </a:solidFill>
          <a:ln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A365D"/>
                </a:solidFill>
              </a:defRPr>
            </a:pPr>
            <a:r>
              <a:t>① 무신사 채널: 긍정률 95.5%로 올리브영(89.7%) 대비 월등. 채널 확대 검토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2103120"/>
            <a:ext cx="8595360" cy="822960"/>
          </a:xfrm>
          <a:prstGeom prst="roundRect">
            <a:avLst/>
          </a:prstGeom>
          <a:solidFill>
            <a:srgbClr val="F8F9FA"/>
          </a:solidFill>
          <a:ln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240279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A365D"/>
                </a:solidFill>
              </a:defRPr>
            </a:pPr>
            <a:r>
              <a:t>② 대용량 마케팅: '대용량'(1,751건), '가성비'(1,924건) 주요 구매 동인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3017520"/>
            <a:ext cx="8595360" cy="822960"/>
          </a:xfrm>
          <a:prstGeom prst="roundRect">
            <a:avLst/>
          </a:prstGeom>
          <a:solidFill>
            <a:srgbClr val="F8F9FA"/>
          </a:solidFill>
          <a:ln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3154679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A365D"/>
                </a:solidFill>
              </a:defRPr>
            </a:pPr>
            <a:r>
              <a:t>③ 사용법 교육: 닦토(31.7%), 레이어링(14.9%) 중심 콘텐츠 강화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" y="3931920"/>
            <a:ext cx="8595360" cy="822960"/>
          </a:xfrm>
          <a:prstGeom prst="roundRect">
            <a:avLst/>
          </a:prstGeom>
          <a:solidFill>
            <a:srgbClr val="F8F9FA"/>
          </a:solidFill>
          <a:ln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069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A365D"/>
                </a:solidFill>
              </a:defRPr>
            </a:pPr>
            <a:r>
              <a:t>④ 공통 Pain Point: '건조/보습부족'(463건) 압도적 1위 - 보습 소구 강화 필수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" y="4846320"/>
            <a:ext cx="8595360" cy="822960"/>
          </a:xfrm>
          <a:prstGeom prst="roundRect">
            <a:avLst/>
          </a:prstGeom>
          <a:solidFill>
            <a:srgbClr val="F8F9FA"/>
          </a:solidFill>
          <a:ln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49834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A365D"/>
                </a:solidFill>
              </a:defRPr>
            </a:pPr>
            <a:r>
              <a:t>⑤ 텍스처 차별화: '산뜻함/비끈적'(1,293건) 선호. 가벼운 제형 마케팅 강화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560320"/>
            <a:ext cx="9144000" cy="13716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부록: 상세 데이터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전체 Pain Points TOP 10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097280"/>
          <a:ext cx="859536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5120"/>
                <a:gridCol w="2865120"/>
                <a:gridCol w="286512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Pain Point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건수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주요 브랜드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건조/보습부족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463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전체 (토리든 163, 브링그린 102)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자극/따가움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181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브링그린, 아누아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트러블/뾰루지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139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브링그린, 토리든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효과 부족/미흡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115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토리든, 아비브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가격 불만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101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아누아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눈 자극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에스네이처, 브링그린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진정효과 부족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아누아, 아비브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냄새/향 불만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토니모리, 아비브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끈적임/흡수불량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토니모리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재구매 의사 없음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토리든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전체 Positive Points TOP 10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097280"/>
          <a:ext cx="859536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5120"/>
                <a:gridCol w="2865120"/>
                <a:gridCol w="286512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Positive Point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건수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주요 브랜드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순함/저자극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5,495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토리든, 독도토너, 브링그린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촉촉함/보습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5,066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토리든, 에스네이처, 토니모리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재구매 의사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2,138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토리든, 브링그린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만족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2,024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토리든, 에스네이처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가성비/저렴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1,924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토니모리, 브링그린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대용량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1,751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토니모리, 토리든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진정 효과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1,492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브링그린, 아비브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산뜻함/비끈적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1,293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토리든, 에스네이처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무난함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1,181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독도토너, 에스네이처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추천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803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365D"/>
                          </a:solidFill>
                        </a:defRPr>
                      </a:pPr>
                      <a:r>
                        <a:t>전체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