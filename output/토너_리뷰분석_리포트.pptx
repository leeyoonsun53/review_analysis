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토너 리뷰 감성분석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7개 브랜드 33,908건 GPT-4o 기반 분석 | 2026.01.31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분석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분석 대상: 7개 토너 브랜드, 총 33,908건 리뷰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분석 기간: 2025.02 ~ 2026.01 (12개월)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플랫폼: 올리브영 27,745건 (82%) / 무신사 6,163건 (18%)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전체 긍정률: 90.8% (부정률 2.0%)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긍정률 1위: 토니모리 (93.5%)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가장 많은 Pain Point: 건조/보습부족 (463건)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가장 많은 Positive Point: 순함/저자극 (5,495건)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브랜드별 포지셔닝 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브랜드별 감성 분포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브랜드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리뷰 수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긍정률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부정률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토리든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10,327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1.9%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브링그린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6,312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독도토너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4,174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에스네이처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3,682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아누아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3,544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2.6%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토니모리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3,077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아비브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2,792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브랜드 포지셔닝 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[ 보습 중심 ]                              [ 진정 중심 ]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토니모리 (보습 80.7%)          브링그린 (진정 59.7%)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에스네이처 (보습 73.4%)        아비브 (진정 61.3%)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토리든 (보습 70.3%)            아누아 (진정 57.3%)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                 독도토너 (보습 54.9% / 진정 52.5%)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                      ↑ 균형형 포지셔닝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[ 가성비 리더 ]                          [ 프리미엄 이미지 ]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토니모리 (가성비 39.3%)        아누아 (인생템 60.3%)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브링그린 (가성비 21.8%)        아비브 (인생템 59.3%)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브랜드별 강점 &amp; 약점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토리든 강점 &amp; 약점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긍정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촉촉함/보습 (1,880)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순함/저자극 (1,808)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만족 (633)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불만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건조/보습부족 (163)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트러블/뾰루지 (33)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효과 부족/미흡 (29)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브링그린 강점 &amp; 약점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긍정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순함/저자극 (686)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진정 효과 (644)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재구매 의사 (474)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불만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건조/보습부족 (102)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자극/따가움 (93)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트러블/뾰루지 (43)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독도토너 강점 &amp; 약점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긍정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순함/저자극 (1,062)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촉촉함/보습 (508)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재구매 의사 (273)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불만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건조/보습부족 (47)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효과 부족/미흡 (15)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자극/따가움 (14)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에스네이처 강점 &amp; 약점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긍정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촉촉함/보습 (763)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순함/저자극 (572)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만족 (244)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불만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건조/보습부족 (31)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눈 자극 (15)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트러블/뾰루지 (13)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아누아 강점 &amp; 약점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긍정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순함/저자극 (681)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촉촉함/보습 (407)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진정 효과 (254)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불만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건조/보습부족 (61)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가격 불만 (35)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자극/따가움 (28)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토니모리 강점 &amp; 약점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긍정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촉촉함/보습 (695)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가성비/저렴 (480)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대용량 (382)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불만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건조/보습부족 (26)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냄새/향 불만 (13)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끈적임/흡수불량 (11)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아비브 강점 &amp; 약점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긍정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순함/저자극 (406)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촉촉함/보습 (350)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진정 효과 (272)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◆ TOP 3 불만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건조/보습부족 (33)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2. 효과 부족/미흡 (19)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냄새/향 불만 (18)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플랫폼 비교 분석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올리브영 vs 무신사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                     올리브영              무신사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리뷰 수                  27,745건             6,163건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전체 비중                 81.8%               18.2%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긍정률                    89.7%               95.5%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부정률                     2.3%                0.6%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무신사 리뷰가 올리브영 대비 긍정률 5.8%p 높음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무신사 부정률은 올리브영의 1/4 수준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무신사 주요 브랜드: 토리든, 에스네이처, 아비브, 토니모리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월별 감성 추이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브랜드별 월별 긍정률 추이 (최근 6개월)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월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토리든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브링그린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독도토너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에스네이처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아누아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토니모리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아비브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2025-08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2025-09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2025-10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2025-11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2025-12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2026-01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월별 추이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전체 긍정률 추이: 91.3% (2월) → 89.6% (1월)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하반기로 갈수록 소폭 하락 추세 (-1.7%p)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안정적 브랜드 (변동폭 5%p 이내)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브링그린: 87~88% 유지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토니모리: 91~95% 유지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독도토너: 89~92% 유지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변동 브랜드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- 아비브: 85~94% (9%p 변동)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에스네이처: 91~96% (5%p 변동)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토리든: 92% → 89% (3%p 하락 추세 모니터링 필요)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제형 &amp; 사용법 분석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제형(Texture) 인식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전체 브랜드 '물같음' 제형이 압도적 (65~83%)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브랜드별 '물같음' 비율: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토리든: 82.7%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독도토너: 82.4%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에스네이처: 79.4%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아누아: 75.5%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브링그린: 73.9%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아비브: 72.7%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- 토니모리: 65.7% (쫀쫀함 17% 특징)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토니모리만 '쫀쫀함' 제형 언급 17%로 차별화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주요 사용법(Usage)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사용법 TOP 6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닦토 (닦아내는 토너): 31.7% (10,761건)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2. 레이어링: 14.9% (5,062건)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3. 스킨팩/토너팩: 8.8% (3,000건)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4. 바디 사용: 0.6% (196건)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5. 미스트/스프레이: 0.5% (153건)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6. 흡토(패팅): 0.4% (148건)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닦토 + 레이어링이 전체의 46.6%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→ 대용량, 순함이 중요한 구매 요인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브랜드별 사용법 비율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브랜드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닦토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레이어링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스킨팩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바디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토리든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브링그린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독도토너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에스네이처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아누아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토니모리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아비브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사용법 인사이트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독도토너: 닦토 사용 최다 (38%)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→ 순한 성분으로 닦토 시 자극 적음 강조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토리든/토니모리: 레이어링 사용 최다 (18%)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→ 대용량 + 촉촉함으로 여러 겹 사용에 적합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브링그린: 스킨팩 사용 최다 (12%)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→ 진정 효과로 스킨팩 활용 마케팅 가능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▶ 아비브: 닦토 사용 최저 (27%)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→ 진정/트러블 케어 목적, 패팅 사용 선호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브랜드별 부정 리뷰 분석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브랜드별 부정 리뷰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브랜드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부정 리뷰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부정률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주요 불만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토리든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199건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건조/보습부족, 트러블, 효과부족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브링그린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176건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트러블, 자극/따가움, 건조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독도토너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63건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건조, 자극, 효과부족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에스네이처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49건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건조, 트러블, 자극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아누아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92건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트러블, 자극, 건조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토니모리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45건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트러블, 건조, 자극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아비브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55건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트러블, 효과부족, 진정효과부족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부정 리뷰 핵심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부정률 높은 브랜드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- 브링그린 (2.8%): 트러블/자극 불만 집중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- 아누아 (2.6%): 트러블 + 가격 불만 복합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부정률 낮은 브랜드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- 에스네이처 (1.3%): 안정적 품질 인식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- 독도토너/토니모리 (1.5%): 기대치 충족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공통 불만 패턴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- 건조/보습부족: 전 브랜드 공통 (특히 토리든)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- 트러블/뾰루지: 브링그린, 아누아에서 심각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- 자극/따가움: 민감성 피부 불만 집중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토리든 부정 리뷰 분석 (199건, 1.9%)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포지셔닝 인식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보습/촉촉함 기대가 높은 브랜드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대용량 가성비 토너로 인식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주요 불만 사항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건조/보습부족 (46건): '생각보다 건조', '속건조'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2. 트러블/뾰루지 (24건): '피부가 뒤집어짐'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3. 효과 부족 (11건): '기대한 효과 없음'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개선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→ 보습 지속력 강화, 건성 피부용 라인 검토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브링그린 부정 리뷰 분석 (176건, 2.8%)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포지셔닝 인식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진정/트러블 케어 전문 브랜드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민감성 피부용으로 인식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주요 불만 사항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트러블/뾰루지 (32건): '오히려 트러블 발생'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2. 자극/따가움 (24건): '민감해서 따가움'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3. 건조/보습부족 (18건): '진정은 되는데 건조'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개선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→ 민감성 피부 테스트 강화, 성분 재검토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아누아 부정 리뷰 분석 (92건, 2.6%)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포지셔닝 인식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프리미엄 진정 토너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   - 어성초 진정 효과 기대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주요 불만 사항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1. 트러블/뾰루지 (16건): '트러블 개선 안됨'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2. 자극/따가움 (10건): '생각보다 자극적'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3. 가격 불만 (9건): '가격 대비 효과 의문'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▶ 개선 포인트</a:t>
            </a:r>
          </a:p>
          <a:p>
            <a:pPr>
              <a:spcAft>
                <a:spcPts val="800"/>
              </a:spcAft>
              <a:defRPr sz="1600" b="1">
                <a:solidFill>
                  <a:srgbClr val="4A90D9"/>
                </a:solidFill>
              </a:defRPr>
            </a:pPr>
            <a:r>
              <a:t>   → 가격 대비 가치 커뮤니케이션 강화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핵심 인사이트 &amp; 제언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💡 브랜드 전략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365D"/>
                </a:solidFill>
              </a:defRPr>
            </a:pPr>
            <a:r>
              <a:t>① 토리든: 점유율 1위(30%). 부정 리뷰 중 '건조' 불만 최다 → 보습력 강화 필요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03120"/>
            <a:ext cx="859536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365D"/>
                </a:solidFill>
              </a:defRPr>
            </a:pPr>
            <a:r>
              <a:t>② 브링그린: 진정 효과 강점이나 '트러블/자극' 불만 → 민감성 테스트 강화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017520"/>
            <a:ext cx="859536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546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365D"/>
                </a:solidFill>
              </a:defRPr>
            </a:pPr>
            <a:r>
              <a:t>③ 독도토너: '순함/저자극' 강점 유지. 닦토 사용률 38%로 최고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931920"/>
            <a:ext cx="859536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365D"/>
                </a:solidFill>
              </a:defRPr>
            </a:pPr>
            <a:r>
              <a:t>④ 아누아: 트러블 케어 기대 불충족 + 가격 불만 → 효능/가치 재검토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846320"/>
            <a:ext cx="859536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365D"/>
                </a:solidFill>
              </a:defRPr>
            </a:pPr>
            <a:r>
              <a:t>⑤ 토니모리: 가성비 리더. 부정률 1.5%로 안정적 품질 유지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💡 제품 개선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365D"/>
                </a:solidFill>
              </a:defRPr>
            </a:pPr>
            <a:r>
              <a:t>① 공통 Pain Point: '건조/보습부족' 전 브랜드 1위 → 보습 지속력 강화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03120"/>
            <a:ext cx="859536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365D"/>
                </a:solidFill>
              </a:defRPr>
            </a:pPr>
            <a:r>
              <a:t>② 트러블 케어 브랜드: 역설적 트러블 발생 불만 → 성분 재검토 필요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017520"/>
            <a:ext cx="859536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546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365D"/>
                </a:solidFill>
              </a:defRPr>
            </a:pPr>
            <a:r>
              <a:t>③ 사용법 마케팅: 닦토(31.7%) + 레이어링(14.9%) 중심 콘텐츠 강화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931920"/>
            <a:ext cx="859536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365D"/>
                </a:solidFill>
              </a:defRPr>
            </a:pPr>
            <a:r>
              <a:t>④ 민감성 시장: 자극/따가움 불만 많음 → 패치 테스트 권장 안내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846320"/>
            <a:ext cx="859536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365D"/>
                </a:solidFill>
              </a:defRPr>
            </a:pPr>
            <a:r>
              <a:t>⑤ 시즌별 전략: 겨울철 건조 불만 증가 대비 → 고보습 라인 준비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부록: 상세 데이터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전체 Pain Points TOP 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Pain Point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건수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주요 브랜드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건조/보습부족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전체 (토리든 163, 브링그린 102)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자극/따가움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브링그린, 아누아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트러블/뾰루지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브링그린, 토리든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효과 부족/미흡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토리든, 아비브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가격 불만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아누아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눈 자극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에스네이처, 브링그린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진정효과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아누아, 아비브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냄새/향 불만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토니모리, 아비브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끈적임/흡수불량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토니모리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재구매 의사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토리든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전체 Positive Points TOP 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Positive Point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건수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주요 브랜드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순함/저자극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5,495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토리든, 독도토너, 브링그린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촉촉함/보습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5,066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토리든, 에스네이처, 토니모리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재구매 의사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2,138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토리든, 브링그린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만족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2,024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토리든, 에스네이처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가성비/저렴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1,924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토니모리, 브링그린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대용량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1,751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토니모리, 토리든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진정 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1,492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브링그린, 아비브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산뜻함/비끈적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1,293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토리든, 에스네이처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무난함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1,181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독도토너, 에스네이처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365D"/>
                          </a:solidFill>
                        </a:defRPr>
                      </a:pPr>
                      <a:r>
                        <a:t>전체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